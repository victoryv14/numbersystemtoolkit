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72" r:id="rId16"/>
    <p:sldId id="273" r:id="rId17"/>
    <p:sldId id="268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105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7" d="100"/>
          <a:sy n="67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F03A13-B141-BD69-BAE2-AD7388FB31D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D94D8A-59A6-C971-C16B-BC18AF3D05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183D91-1A45-4BEF-B5A3-138ADFC04FFB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59F580-6952-DDB0-5890-824A66E239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169869-E241-ECF8-4B2F-D72230638B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1BB17-20E0-4B76-A0FD-4A46791EC9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453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456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EDF19-FC27-1D57-FEB4-63EE02447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9E0FF7-62EE-A41A-70E5-9C1936AD56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6C7E72-857D-F732-DDB7-8D7011BBD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BB16D-3269-9BA4-157D-B2BB4E0C8D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7176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C4F9C-42CA-DF30-E397-251963D00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23F95D-7CAA-3D22-9399-889640787E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897A30-062B-E7F8-5B9D-93F2F95E7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1B55A-6673-13CF-005E-650F129807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022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456A5-A4F6-9CBC-1E03-93915E34D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BD4521-28C3-B29E-18A3-63C91D92F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80A4F7-7174-06B3-FB14-963798E54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20185-16A0-3BE5-1B15-EED6D68D05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9426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1CBA7-0350-C87B-F46C-BF7F374B3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B403B5-3F4D-CD2F-D4C8-99ECEB1BF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55D4D-7D79-0B23-02B4-2DA632476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556FD-CD22-4F99-78B3-C5A9C3E957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710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717A1-4717-BE21-94D9-2291DE8A4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69ACC6-DA8F-6D40-6F1C-B6C692B772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043C14-C4FC-3FCC-6B31-2EC18FB63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823BA-FF18-040F-36FF-C858DCB4E4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8485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14B074-533B-70C5-F02A-D5BF20117E4D}"/>
              </a:ext>
            </a:extLst>
          </p:cNvPr>
          <p:cNvGrpSpPr/>
          <p:nvPr/>
        </p:nvGrpSpPr>
        <p:grpSpPr>
          <a:xfrm>
            <a:off x="0" y="800100"/>
            <a:ext cx="9144000" cy="2240280"/>
            <a:chOff x="0" y="365760"/>
            <a:chExt cx="9144000" cy="2240280"/>
          </a:xfrm>
        </p:grpSpPr>
        <p:sp>
          <p:nvSpPr>
            <p:cNvPr id="4" name="Text 2"/>
            <p:cNvSpPr/>
            <p:nvPr/>
          </p:nvSpPr>
          <p:spPr>
            <a:xfrm>
              <a:off x="0" y="365760"/>
              <a:ext cx="9144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F386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REVIEW – 1</a:t>
              </a:r>
              <a:endParaRPr lang="en-US" sz="16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0" y="731520"/>
              <a:ext cx="91440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E74B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CORNERSTONE PROJECT BASED LEARNING</a:t>
              </a:r>
              <a:endParaRPr lang="en-US" sz="1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914400" y="1234440"/>
              <a:ext cx="7315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F386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Number System Toolkit</a:t>
              </a:r>
              <a:endParaRPr lang="en-US" sz="2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1828800" y="1783080"/>
              <a:ext cx="5486400" cy="0"/>
            </a:xfrm>
            <a:prstGeom prst="line">
              <a:avLst/>
            </a:prstGeom>
            <a:noFill/>
            <a:ln w="12700">
              <a:solidFill>
                <a:srgbClr val="2E74B5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6"/>
            <p:cNvSpPr/>
            <p:nvPr/>
          </p:nvSpPr>
          <p:spPr>
            <a:xfrm>
              <a:off x="914400" y="1920240"/>
              <a:ext cx="7315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F386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Object Oriented Programming through C++</a:t>
              </a:r>
              <a:endParaRPr lang="en-US" sz="13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914400" y="2286000"/>
              <a:ext cx="7315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F386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II Year – 3rd Semester</a:t>
              </a:r>
              <a:endParaRPr lang="en-US" sz="1300" dirty="0"/>
            </a:p>
          </p:txBody>
        </p:sp>
      </p:grpSp>
      <p:sp>
        <p:nvSpPr>
          <p:cNvPr id="10" name="Text 8"/>
          <p:cNvSpPr/>
          <p:nvPr/>
        </p:nvSpPr>
        <p:spPr>
          <a:xfrm>
            <a:off x="5362303" y="3703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TEAM MEMBERS</a:t>
            </a:r>
          </a:p>
          <a:p>
            <a:pPr marL="0" indent="0" algn="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Vamsi Kalyan</a:t>
            </a: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25B11CS623
</a:t>
            </a: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S. S. Srikar     </a:t>
            </a: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25B11CSA88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0" y="482803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66A7D51-2439-E6F3-6CCF-5259BE026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-99288"/>
            <a:ext cx="1387295" cy="13872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95943" y="762227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4B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Abstract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3142" y="1314181"/>
            <a:ext cx="7968343" cy="2851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100" dirty="0">
              <a:solidFill>
                <a:srgbClr val="2E2E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  <a:buSzPct val="100000"/>
            </a:pPr>
            <a:endParaRPr lang="en-US" sz="1200" dirty="0">
              <a:solidFill>
                <a:srgbClr val="2E2E2E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Number System Toolkit is an interactive console-based application developed in C++ using Object-Oriented Programming concepts.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It supports two number systems, Binary, and Decimal, enabling conversions and Palindrome and Prime checking.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design is based on a parent class NumberSystem with two derived classes, each implementing specific conversion and validation logic.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OOP concepts demonstrated include inheritance, polymorphism, encapsulation, and abstraction.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menu-driven interface makes the application user-friendly and easy to navigate.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686800" y="482803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905CBD-AC54-02A2-4B53-1440C7C54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313" y="-99288"/>
            <a:ext cx="1387295" cy="138729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368026" y="525780"/>
            <a:ext cx="400299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4B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Definition</a:t>
            </a:r>
          </a:p>
        </p:txBody>
      </p:sp>
      <p:sp>
        <p:nvSpPr>
          <p:cNvPr id="4" name="Text 2"/>
          <p:cNvSpPr/>
          <p:nvPr/>
        </p:nvSpPr>
        <p:spPr>
          <a:xfrm>
            <a:off x="662940" y="1463040"/>
            <a:ext cx="7818120" cy="2684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Manual conversion between number systems is error-prone and time-consuming, especially for large values.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Students and professionals working in computing frequently need to convert between Binary and Decimal.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There is no simple, dedicated tool that handles two number systems together with arithmetic support.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project proposes a C++ based application to automate number system conversions and basic arithmetic operations.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application should also validate user input to prevent incorrect base entries.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686800" y="482803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424532-B6FF-B309-0ACC-DD1E828F84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313" y="-99288"/>
            <a:ext cx="1387295" cy="138729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4B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Text 2"/>
          <p:cNvSpPr/>
          <p:nvPr/>
        </p:nvSpPr>
        <p:spPr>
          <a:xfrm>
            <a:off x="1129937" y="1871254"/>
            <a:ext cx="7556863" cy="2292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Develop a simple, menu-driven C++ application for number system conversions and basic operations.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Implement a base class NumberSystem and four derived classes using inheritance.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Support conversion between all four number systems: Binary, Decimal.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Validate user input to ensure the entered value is valid for the selected number base.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Perform Palindrome and Prime checking operations directly within each number system.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Apply OOP concepts — encapsulation, abstraction, inheritance, and polymorphism — in a practical context.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0" y="482803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905CBD-AC54-02A2-4B53-1440C7C54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313" y="-99288"/>
            <a:ext cx="1387295" cy="13872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737081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4B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Scope of the Project</a:t>
            </a:r>
          </a:p>
        </p:txBody>
      </p:sp>
      <p:sp>
        <p:nvSpPr>
          <p:cNvPr id="4" name="Text 2"/>
          <p:cNvSpPr/>
          <p:nvPr/>
        </p:nvSpPr>
        <p:spPr>
          <a:xfrm>
            <a:off x="1452608" y="1881052"/>
            <a:ext cx="7106194" cy="2553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Number system selection by the user (Binary, Decimal).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Input validation to check whether the entered number is valid for the selected base.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Conversion between two number systems.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Prime and Palindrome checking for each Number system.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Display of results in a clear and formatted manner.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Future enhancement: support for floating point numbers and file-based history storage.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0" y="482803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905CBD-AC54-02A2-4B53-1440C7C54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313" y="-99288"/>
            <a:ext cx="1387295" cy="13872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222035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4B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Planned Modules / Functions</a:t>
            </a:r>
          </a:p>
        </p:txBody>
      </p:sp>
      <p:sp>
        <p:nvSpPr>
          <p:cNvPr id="4" name="Text 2"/>
          <p:cNvSpPr/>
          <p:nvPr/>
        </p:nvSpPr>
        <p:spPr>
          <a:xfrm>
            <a:off x="2927713" y="2109980"/>
            <a:ext cx="3288574" cy="2410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Module 1 – NumberSystem Base Class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Module 2 – Binary Class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Module 3 – Decimal Class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Module 4 – Menu Interface 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0" y="482803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905CBD-AC54-02A2-4B53-1440C7C54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313" y="-99288"/>
            <a:ext cx="1387295" cy="13872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36893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4B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Inputs and Expected Outputs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909532-91E9-4BAA-BD29-8604EDD448B1}"/>
              </a:ext>
            </a:extLst>
          </p:cNvPr>
          <p:cNvGrpSpPr/>
          <p:nvPr/>
        </p:nvGrpSpPr>
        <p:grpSpPr>
          <a:xfrm>
            <a:off x="1721974" y="1399032"/>
            <a:ext cx="6220242" cy="3198176"/>
            <a:chOff x="365760" y="777240"/>
            <a:chExt cx="8229600" cy="3279142"/>
          </a:xfrm>
        </p:grpSpPr>
        <p:sp>
          <p:nvSpPr>
            <p:cNvPr id="4" name="Text 2"/>
            <p:cNvSpPr/>
            <p:nvPr/>
          </p:nvSpPr>
          <p:spPr>
            <a:xfrm>
              <a:off x="365760" y="777240"/>
              <a:ext cx="82296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F3864"/>
                  </a:solidFill>
                  <a:latin typeface="Times New Roman" panose="02020603050405020304" pitchFamily="18" charset="0"/>
                  <a:ea typeface="Calibri" pitchFamily="34" charset="-122"/>
                  <a:cs typeface="Calibri" pitchFamily="34" charset="-120"/>
                </a:rPr>
                <a:t>Inputs:</a:t>
              </a:r>
              <a:endParaRPr lang="en-US" sz="16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48641" y="1097280"/>
              <a:ext cx="8046719" cy="7835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 selects number system — Binary or Decimal.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 enters the number value as input.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 selects operation — Convert, Check Prime, or Check Palindrome</a:t>
              </a:r>
              <a:r>
                <a:rPr lang="en-IN" sz="1100" dirty="0"/>
                <a:t>.</a:t>
              </a:r>
            </a:p>
          </p:txBody>
        </p:sp>
        <p:sp>
          <p:nvSpPr>
            <p:cNvPr id="6" name="Text 4"/>
            <p:cNvSpPr/>
            <p:nvPr/>
          </p:nvSpPr>
          <p:spPr>
            <a:xfrm>
              <a:off x="365760" y="2005331"/>
              <a:ext cx="82296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F3864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Expected Outputs: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548641" y="2410462"/>
              <a:ext cx="8046719" cy="1645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Binary → Decimal : converted decimal value displayed.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Decimal → Binary : converted binary value displayed.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Prime check : displays whether the number is prime or not.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Palindrome check : displays whether the number reads same forwards and backwards.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Validation error : error message displayed if input is invalid for the selected base.</a:t>
              </a:r>
            </a:p>
          </p:txBody>
        </p:sp>
      </p:grpSp>
      <p:sp>
        <p:nvSpPr>
          <p:cNvPr id="8" name="Text 6"/>
          <p:cNvSpPr/>
          <p:nvPr/>
        </p:nvSpPr>
        <p:spPr>
          <a:xfrm>
            <a:off x="8686800" y="482803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CA905CBD-AC54-02A2-4B53-1440C7C54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-156754"/>
            <a:ext cx="1387295" cy="13872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594359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4B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Algorithm</a:t>
            </a:r>
          </a:p>
        </p:txBody>
      </p:sp>
      <p:sp>
        <p:nvSpPr>
          <p:cNvPr id="4" name="Text 2"/>
          <p:cNvSpPr/>
          <p:nvPr/>
        </p:nvSpPr>
        <p:spPr>
          <a:xfrm>
            <a:off x="1763486" y="1521823"/>
            <a:ext cx="6420394" cy="3278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: Start the program and display the main menu.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: User selects number system — Binary or Decimal.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: Accept the number value from the user.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: Validate input — if invalid, show error and go back to Step 3.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 : Display operation menu — Convert, Prime Check, or Palindrome Check.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 : If Convert — perform Binary↔Decimal conversion and display result.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 : If Prime Check — convert to decimal, check divisibility, display result.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8 : If Palindrome — reverse value string, compare with original, display result.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9 : Ask user to continue — if Yes go to Step 2, if No go to Step 10.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10 : Stop the program.</a:t>
            </a:r>
          </a:p>
        </p:txBody>
      </p:sp>
      <p:sp>
        <p:nvSpPr>
          <p:cNvPr id="5" name="Text 3"/>
          <p:cNvSpPr/>
          <p:nvPr/>
        </p:nvSpPr>
        <p:spPr>
          <a:xfrm>
            <a:off x="8686800" y="482803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905CBD-AC54-02A2-4B53-1440C7C54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313" y="-99288"/>
            <a:ext cx="1387295" cy="13872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-1979023" y="203780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4B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Flowchart</a:t>
            </a:r>
          </a:p>
        </p:txBody>
      </p:sp>
      <p:sp>
        <p:nvSpPr>
          <p:cNvPr id="24" name="Text 22"/>
          <p:cNvSpPr/>
          <p:nvPr/>
        </p:nvSpPr>
        <p:spPr>
          <a:xfrm>
            <a:off x="8686800" y="482803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905CBD-AC54-02A2-4B53-1440C7C54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313" y="-99288"/>
            <a:ext cx="1387295" cy="13872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5D3BA10-A7DC-6406-991C-45261103E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8058" y="0"/>
            <a:ext cx="3842556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60467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4B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C++ / OOP Concepts</a:t>
            </a:r>
          </a:p>
        </p:txBody>
      </p:sp>
      <p:sp>
        <p:nvSpPr>
          <p:cNvPr id="4" name="Text 2"/>
          <p:cNvSpPr/>
          <p:nvPr/>
        </p:nvSpPr>
        <p:spPr>
          <a:xfrm>
            <a:off x="1100545" y="1185454"/>
            <a:ext cx="6942909" cy="3523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&amp; Object — NumberSystem, BinarySystem, DecimalSystem are classes; objects are created inside main() based on user choice.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Encapsulation — value, base, decimal are stored as protected members — not directly accessible from outside the class.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 — validate(), convert(), and decimal_conversion() are declared as pure virtual functions — internal logic is hidden behind simple function calls.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Inheritance — BinarySystem and DecimalSystem inherit all common properties and functions from NumberSystem using public inheritance.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Polymorphism — decimal_conversion() is overridden differently in each derived class — Binary uses positional value method, Decimal uses place value method.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Functions — Pure virtual functions in base class force every derived class to provide their own implementation.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 — Base class constructor initializes base and decimal; derived class constructors call parent constructor with their specific base value.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Handling — value stored as string to handle leading zeros and character-level digit validation easily.</a:t>
            </a:r>
          </a:p>
        </p:txBody>
      </p:sp>
      <p:sp>
        <p:nvSpPr>
          <p:cNvPr id="5" name="Text 3"/>
          <p:cNvSpPr/>
          <p:nvPr/>
        </p:nvSpPr>
        <p:spPr>
          <a:xfrm>
            <a:off x="8686800" y="482803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905CBD-AC54-02A2-4B53-1440C7C54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313" y="-99288"/>
            <a:ext cx="1387295" cy="13872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072141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4B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Team Member Contributions   </a:t>
            </a:r>
          </a:p>
        </p:txBody>
      </p:sp>
      <p:sp>
        <p:nvSpPr>
          <p:cNvPr id="4" name="Text 2"/>
          <p:cNvSpPr/>
          <p:nvPr/>
        </p:nvSpPr>
        <p:spPr>
          <a:xfrm>
            <a:off x="969917" y="2123372"/>
            <a:ext cx="7204166" cy="1841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M. Vamsi Kalyan (25B11CS623) – Project Lead: Problem analysis, class hierarchy design, and overall project development.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Times New Roman" panose="02020603050405020304" pitchFamily="18" charset="0"/>
                <a:ea typeface="Calibri" pitchFamily="34" charset="-122"/>
                <a:cs typeface="Calibri" pitchFamily="34" charset="-120"/>
              </a:rPr>
              <a:t>M. S. S. Srikar (25B11CSA88) – Development Support: Module planning, conversion logic research.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0" y="482803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905CBD-AC54-02A2-4B53-1440C7C54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313" y="-99288"/>
            <a:ext cx="1387295" cy="13872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535FF-3786-9D5D-7B6B-F50019750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340CC87-92D5-79CB-9275-74885D018C45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1FA48E9-304B-53B0-59B8-74D38099D2D4}"/>
              </a:ext>
            </a:extLst>
          </p:cNvPr>
          <p:cNvSpPr/>
          <p:nvPr/>
        </p:nvSpPr>
        <p:spPr>
          <a:xfrm>
            <a:off x="365760" y="201503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4B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701313D-A20B-3005-8408-47E8BC5DC924}"/>
              </a:ext>
            </a:extLst>
          </p:cNvPr>
          <p:cNvSpPr/>
          <p:nvPr/>
        </p:nvSpPr>
        <p:spPr>
          <a:xfrm>
            <a:off x="6459583" y="1534887"/>
            <a:ext cx="1570174" cy="269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82D73C6-BED0-3205-C820-699159C245E7}"/>
              </a:ext>
            </a:extLst>
          </p:cNvPr>
          <p:cNvSpPr/>
          <p:nvPr/>
        </p:nvSpPr>
        <p:spPr>
          <a:xfrm>
            <a:off x="8686800" y="482803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13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0E7A3F-81A0-B0CD-EB69-69A42B06A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313" y="-99288"/>
            <a:ext cx="1387295" cy="13872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9C28C9-F1A7-EBA8-1651-BAA2EFCA09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226" y="1325515"/>
            <a:ext cx="2817511" cy="28108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3A966F-CE58-1CAF-E6A6-63E55AD7C8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4805" y="1159688"/>
            <a:ext cx="2636836" cy="30942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EECE55D-DD76-E8AD-20F6-C603E27C81EC}"/>
              </a:ext>
            </a:extLst>
          </p:cNvPr>
          <p:cNvSpPr txBox="1"/>
          <p:nvPr/>
        </p:nvSpPr>
        <p:spPr>
          <a:xfrm>
            <a:off x="5867709" y="913741"/>
            <a:ext cx="3184851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: NumberSystem (Base Class)</a:t>
            </a:r>
          </a:p>
          <a:p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the blueprint for two number systems.</a:t>
            </a:r>
          </a:p>
          <a:p>
            <a:pPr lvl="0"/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encapsulation — value, base, decimal are protected, not accessible directly from outside.</a:t>
            </a:r>
          </a:p>
          <a:p>
            <a:pPr lvl="0"/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“prime_check()” and “palindrome_check()” written once here and inherited by both derived classes — avoids code repetition.</a:t>
            </a:r>
          </a:p>
          <a:p>
            <a:pPr lvl="0"/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“decimal_conversion()” declared as pure virtual — forces every derived class to write its own version.</a:t>
            </a:r>
          </a:p>
          <a:p>
            <a:pPr lvl="0"/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“validate()” and “convert()” are also pure virtual, making “NumberSystem” an abstract class (cannot create object of it directly)</a:t>
            </a:r>
          </a:p>
        </p:txBody>
      </p:sp>
    </p:spTree>
    <p:extLst>
      <p:ext uri="{BB962C8B-B14F-4D97-AF65-F5344CB8AC3E}">
        <p14:creationId xmlns:p14="http://schemas.microsoft.com/office/powerpoint/2010/main" val="1903921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C4CAB-FE5D-D96D-F7B7-18E095437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2B02E5-249A-63B3-2531-9A81D222F10C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83E79C9-78D9-5917-6BDC-701434EFD510}"/>
              </a:ext>
            </a:extLst>
          </p:cNvPr>
          <p:cNvSpPr/>
          <p:nvPr/>
        </p:nvSpPr>
        <p:spPr>
          <a:xfrm>
            <a:off x="365760" y="201503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4B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2D04184-B6A3-303D-A5F3-1AAD355C10E5}"/>
              </a:ext>
            </a:extLst>
          </p:cNvPr>
          <p:cNvSpPr/>
          <p:nvPr/>
        </p:nvSpPr>
        <p:spPr>
          <a:xfrm>
            <a:off x="3931920" y="913774"/>
            <a:ext cx="5120640" cy="3781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7A1A7B2-C61D-E298-FB4C-F3171CF5E49E}"/>
              </a:ext>
            </a:extLst>
          </p:cNvPr>
          <p:cNvSpPr/>
          <p:nvPr/>
        </p:nvSpPr>
        <p:spPr>
          <a:xfrm>
            <a:off x="8686800" y="482803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13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B9C2A4-92F7-B618-3E7D-B16C62419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313" y="-99288"/>
            <a:ext cx="1387295" cy="13872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94DBC3-891B-3FD2-32CD-9FFFA279C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533" y="1141044"/>
            <a:ext cx="3306226" cy="34825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0AD64C9-50AF-92B4-2C87-17EE5A64E9C5}"/>
              </a:ext>
            </a:extLst>
          </p:cNvPr>
          <p:cNvSpPr txBox="1"/>
          <p:nvPr/>
        </p:nvSpPr>
        <p:spPr>
          <a:xfrm>
            <a:off x="3931920" y="808618"/>
            <a:ext cx="498348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: Binary System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"BinarySystem : public NumberSystem" means BinarySystem inherits the properties and functions of NumberSystem.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constructor is "BinarySystem() : NumberSystem(2)". Here, 2 is passed to the base class because the binary number system has base 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"validate()" function checks whether the input contains only 0 and 1. If any other digit is present, it returns false.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"decimal_conversion()" function converts binary to decimal. It starts from the rightmost digit, assigns positions starting from zero, and calculates each digit using powers of 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"convert()" function calls the conversion function and displays the decimal result.</a:t>
            </a:r>
          </a:p>
        </p:txBody>
      </p:sp>
    </p:spTree>
    <p:extLst>
      <p:ext uri="{BB962C8B-B14F-4D97-AF65-F5344CB8AC3E}">
        <p14:creationId xmlns:p14="http://schemas.microsoft.com/office/powerpoint/2010/main" val="1169440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B539E-853A-F532-1565-7E27A5D55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9D085C-7CBA-8629-FD14-1D6A18686880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5760504-C7C3-36E0-7EA8-AA52047D3883}"/>
              </a:ext>
            </a:extLst>
          </p:cNvPr>
          <p:cNvSpPr/>
          <p:nvPr/>
        </p:nvSpPr>
        <p:spPr>
          <a:xfrm>
            <a:off x="365760" y="201503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4B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B1C2023-63FB-DC81-DA7A-646A270A4C89}"/>
              </a:ext>
            </a:extLst>
          </p:cNvPr>
          <p:cNvSpPr/>
          <p:nvPr/>
        </p:nvSpPr>
        <p:spPr>
          <a:xfrm>
            <a:off x="6459583" y="1534887"/>
            <a:ext cx="1570174" cy="269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4B967E8-9388-FB92-DF55-9BE44827753A}"/>
              </a:ext>
            </a:extLst>
          </p:cNvPr>
          <p:cNvSpPr/>
          <p:nvPr/>
        </p:nvSpPr>
        <p:spPr>
          <a:xfrm>
            <a:off x="8686800" y="482803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13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896B0E-452B-08C8-B847-6EE93AB70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313" y="-99288"/>
            <a:ext cx="1387295" cy="13872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27FFE1-24A5-3EB7-EC87-5BFEC915AC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0492"/>
          <a:stretch>
            <a:fillRect/>
          </a:stretch>
        </p:blipFill>
        <p:spPr>
          <a:xfrm>
            <a:off x="5375366" y="622468"/>
            <a:ext cx="3311434" cy="41327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0FBB20-B60E-FCDD-B404-AE8AE8491C51}"/>
              </a:ext>
            </a:extLst>
          </p:cNvPr>
          <p:cNvSpPr txBox="1"/>
          <p:nvPr/>
        </p:nvSpPr>
        <p:spPr>
          <a:xfrm>
            <a:off x="111035" y="1133829"/>
            <a:ext cx="512717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: Decimal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200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Inherits all properties and functions from NumberSystem.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 base = 10 automatically through constructor.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“validate()” checks each character is between 0 and 9.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“decimal_conversion()” uses standard place value method, multiply running total by 10 and add digit.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“binary_conversion()” uses repeated division by 2 and remainders read bottom to top give binary result.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“convert()” directly converts to Binary, clean and straightforward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09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20A91-E323-4FAD-2AE8-C564D50A1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DE43B95-5D2B-9796-9CEA-5F586E447441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DFCD06-48BB-85AF-7FE9-01223C6623FE}"/>
              </a:ext>
            </a:extLst>
          </p:cNvPr>
          <p:cNvSpPr/>
          <p:nvPr/>
        </p:nvSpPr>
        <p:spPr>
          <a:xfrm>
            <a:off x="365760" y="201503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4B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28979D-574D-E0BC-0C0C-3EE795CA6915}"/>
              </a:ext>
            </a:extLst>
          </p:cNvPr>
          <p:cNvSpPr/>
          <p:nvPr/>
        </p:nvSpPr>
        <p:spPr>
          <a:xfrm>
            <a:off x="6459583" y="1534887"/>
            <a:ext cx="1570174" cy="269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93D5995-768A-7398-4FA6-FB520E4AACFC}"/>
              </a:ext>
            </a:extLst>
          </p:cNvPr>
          <p:cNvSpPr/>
          <p:nvPr/>
        </p:nvSpPr>
        <p:spPr>
          <a:xfrm>
            <a:off x="8686800" y="482803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13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7CA601-61F3-D656-3F97-7881A2155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313" y="-99288"/>
            <a:ext cx="1387295" cy="13872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B489E8-B1D6-0E29-DDF4-43BDACEDB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63" y="1176302"/>
            <a:ext cx="3800118" cy="13160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8AB270-B554-E264-6146-781B2B8517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7806" y="986246"/>
            <a:ext cx="3412832" cy="36086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3D84A90-6AEF-2B12-B37D-D97D2CFBC1D0}"/>
              </a:ext>
            </a:extLst>
          </p:cNvPr>
          <p:cNvSpPr txBox="1"/>
          <p:nvPr/>
        </p:nvSpPr>
        <p:spPr>
          <a:xfrm>
            <a:off x="261258" y="2605028"/>
            <a:ext cx="472066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: Main Function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the controller, connects everything together.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objects of BinarySystem or DecimalSystem based on user choice, demonstrates polymorphism.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do-while loop keeps program running until user exits, standard menu-driven design.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“case 1” : Creates a BinarySystem object and takes binary input from the user, then validates it before proceeding. If valid, shows a sub menu and calls convert(), prime_check(), or palindrome_check() based on user's choice.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688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C8EF3-3B7A-D0AF-61F3-C5CCEBD1B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D86E7BD-410C-F4E6-9FC6-92C386274995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A5CA78F-A6A3-E4B7-CCCA-3C4D5E4ED0C6}"/>
              </a:ext>
            </a:extLst>
          </p:cNvPr>
          <p:cNvSpPr/>
          <p:nvPr/>
        </p:nvSpPr>
        <p:spPr>
          <a:xfrm>
            <a:off x="365760" y="201503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4B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0BBE92-12CB-0110-8718-F1D91CC4C5FE}"/>
              </a:ext>
            </a:extLst>
          </p:cNvPr>
          <p:cNvSpPr/>
          <p:nvPr/>
        </p:nvSpPr>
        <p:spPr>
          <a:xfrm>
            <a:off x="6459583" y="1534887"/>
            <a:ext cx="1570174" cy="269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FD36F2A-96FC-3D97-76B9-0F9BCE2B58CF}"/>
              </a:ext>
            </a:extLst>
          </p:cNvPr>
          <p:cNvSpPr/>
          <p:nvPr/>
        </p:nvSpPr>
        <p:spPr>
          <a:xfrm>
            <a:off x="8686800" y="482803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13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BB97EA-FA40-BF9F-2BE7-AD5FD6D87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313" y="-99288"/>
            <a:ext cx="1387295" cy="13872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7955E5-285F-4F53-DEBF-B45E60A90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696" y="828948"/>
            <a:ext cx="3080984" cy="37556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79AC77-D081-CD17-8AE8-4B3BD732DF5D}"/>
              </a:ext>
            </a:extLst>
          </p:cNvPr>
          <p:cNvSpPr txBox="1"/>
          <p:nvPr/>
        </p:nvSpPr>
        <p:spPr>
          <a:xfrm>
            <a:off x="274320" y="1288007"/>
            <a:ext cx="515982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“case 2” : Creates a DecimalSystem object and takes decimal input from the user, then validates it before proceeding. If valid, shows a sub menu and calls convert(), prime_check(), or palindrome_check() based on user's choice.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“case 3”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Prints a goodbye message and terminates the do-while loop by satisfying the exit condition choice != ‘3’.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‘M’ and case ‘m’ call displayMenu() to reprint the menu whenever the user forgets the options.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input that doesn’t match cases 1, 2, 3, M or m, prints “Invalid Choice!” and loops back. Therefore, program never crashes on wrong input.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485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9816" y="708201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4B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4" name="Text 2"/>
          <p:cNvSpPr/>
          <p:nvPr/>
        </p:nvSpPr>
        <p:spPr>
          <a:xfrm>
            <a:off x="1158013" y="1494069"/>
            <a:ext cx="6827974" cy="2998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console-based Number System Toolkit in C++ using OOP concepts like inheritance, polymorphism, encapsulation and abstraction.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an abstract base class NumberSystem with common properties value, base, decimal and common functions prime_check() and palindrome_check().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two derived classes — BinarySystem and DecimalSystem — each overriding validate(), convert() and decimal_conversion() with their own logic.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Binary to Decimal and Decimal to Binary conversions, prime checking and palindrome checking with proper input validation.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menu-driven interface with a separate displayMenu() function and a do-while loop that keeps the program running until the user exits.</a:t>
            </a:r>
          </a:p>
        </p:txBody>
      </p:sp>
      <p:sp>
        <p:nvSpPr>
          <p:cNvPr id="5" name="Text 3"/>
          <p:cNvSpPr/>
          <p:nvPr/>
        </p:nvSpPr>
        <p:spPr>
          <a:xfrm>
            <a:off x="8686800" y="482803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13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905CBD-AC54-02A2-4B53-1440C7C54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313" y="-99288"/>
            <a:ext cx="1387295" cy="13872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C1019D9-594F-4BFF-A5F5-7BB8D96010FF}">
  <we:reference id="wa200008583" version="1.0.0.1" store="en-US" storeType="OMEX"/>
  <we:alternateReferences>
    <we:reference id="WA200008583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</TotalTime>
  <Words>1544</Words>
  <Application>Microsoft Office PowerPoint</Application>
  <PresentationFormat>On-screen Show (16:9)</PresentationFormat>
  <Paragraphs>172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Vamsi Kalyan</cp:lastModifiedBy>
  <cp:revision>11</cp:revision>
  <dcterms:created xsi:type="dcterms:W3CDTF">2026-08-11T00:07:53Z</dcterms:created>
  <dcterms:modified xsi:type="dcterms:W3CDTF">2026-09-25T02:09:21Z</dcterms:modified>
</cp:coreProperties>
</file>